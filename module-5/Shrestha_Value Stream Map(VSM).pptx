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C85E-9CD0-C866-6D46-0C573C696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780A3-17B7-C004-FF93-74389CBAA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CF4D-5E58-3ABA-8211-A4938C5D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FBCE6-3655-C243-3645-55CDDE4C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8B721-AF51-C167-EB59-DB8BFB7C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2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A253-8FF6-3B53-A677-4A6CC2FF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1AF9-0233-F968-8C69-168DCAC9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3563E-F481-27CA-8303-B6F81F8C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D070-FA22-76BE-AED0-4D5FA723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4EE03-664A-5263-98F7-61D506B5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6B73-8DD8-91F5-DFEF-59A6EE96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B0D5B-FA79-2A38-B83E-6B439E495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F9957-4348-C7AD-7B24-67DBB98A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CAD31-CE34-B694-D00A-1C4EEEED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6F31F-FA45-DAB5-086F-7EB5092B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D131-E39A-A5C4-FDC2-6EBF7FA0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CF25-21CA-F20F-1E31-F67F8CB52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ECD8F-A618-ECF4-51C7-5AF4DF271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D4A72-A732-E7B4-CA94-F6F1B9E5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BC2F9-3642-7402-DB0E-83297344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80924-6EE1-9F59-1BE8-FCDC0F66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4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D252-9E0D-0DC6-7F89-93F827CF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2DBA3-EF4E-7BBE-9A8E-4EB9434BB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D8935-63A9-7F87-53BC-3D530AF1F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D62A5-4009-DCCB-ECC2-B4D7A2C39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AC417-7DD1-8666-CAAC-592FC4BB6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454E7-3570-3EAB-AD89-E45E5539E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DD927-3662-D4F3-3E2A-C1F656C6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8F994-820A-2BF3-2EDC-7209D714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C085-DFB0-7312-A0DC-B639C274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3705C-4332-7E9C-66A9-2B09DAA4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9D7CA-8EE5-9BB2-2198-509BCAF3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18FB0-D557-AEC4-0500-12EFC8EC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5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CBC9B8-7DB0-18FC-C691-1D0F0912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F8B04-90B5-D47F-190D-9AB6190D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67E1-8D88-5861-1262-8C540789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8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ACD2-5B32-20C9-FF62-64A43048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A5D3-567E-9B18-5359-A5FC34BF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9135-8B3B-93A6-7638-9CC868F7A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545F7-7B74-2E14-F829-A166F0AB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1806E-93B8-E133-CE7B-1A456DED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7CEC3-9A32-DD16-5633-C12C2DBD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2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4A62-D686-9E7C-C9A5-5276EA44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F3686-669E-94F9-2ECF-463B2AA0C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9135E-32CB-B98C-501E-80C7FB9C0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8DBC4-17FF-33A0-A34A-B08FD0C8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55A32-3430-4877-0408-4C80B867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62553-B8A4-3949-B2CC-68CABB8B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645-13F6-1875-C476-8501D037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6670A-7732-8B81-1CCC-D82A12E5E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3CC81-5C46-47FC-AEA2-3EDCECF2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5DE92-3C48-4F55-B00F-25638E10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E4CA9-46C2-4E9E-3DD7-6DE8CEC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091A8-9D63-F14D-4D0F-94221691F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26839-0D50-38DB-C3C4-D5613229C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10969-DE44-AA77-B655-9D3E7D45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0B5DD-F22C-C3F6-D7A0-9EFA4346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EF11-0B2C-447A-AA7B-49DC6500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1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932879-80A4-BB7D-B6F7-D6AF2763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75875-C83F-420B-4957-342E52DC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768F2-1C93-E5E2-54D4-17F7762BD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CE744-C9A5-4EBA-80C4-AD0D065A942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E346-652F-DA7E-862B-672DBBF4A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90F70-4B2E-530A-E1D1-0AB032843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79B20-3FCF-4124-9F11-F2262161E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20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0FBF-60A1-9C6F-3076-F4B7B0ECE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7102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Value Stream Map(VSM)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020E9-5F0A-7908-932D-CE90D5965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3160"/>
            <a:ext cx="10015728" cy="372160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Suresh Shrestha</a:t>
            </a:r>
          </a:p>
          <a:p>
            <a:pPr algn="l"/>
            <a:r>
              <a:rPr lang="en-US" dirty="0"/>
              <a:t>Module 5.2 Assignment</a:t>
            </a:r>
          </a:p>
          <a:p>
            <a:pPr algn="l"/>
            <a:r>
              <a:rPr lang="en-US" dirty="0"/>
              <a:t>9/10/2026</a:t>
            </a:r>
          </a:p>
          <a:p>
            <a:endParaRPr lang="en-US" dirty="0"/>
          </a:p>
          <a:p>
            <a:pPr algn="l"/>
            <a:r>
              <a:rPr lang="en-US" dirty="0">
                <a:solidFill>
                  <a:schemeClr val="accent1"/>
                </a:solidFill>
              </a:rPr>
              <a:t>Completing and Submitting a Weekly Programming Assignment</a:t>
            </a:r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dirty="0"/>
              <a:t>Current State •Lean Metrics •Process Optimization •Future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8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F39F9-A994-3C0C-09CA-C6065E315B19}"/>
              </a:ext>
            </a:extLst>
          </p:cNvPr>
          <p:cNvSpPr txBox="1"/>
          <p:nvPr/>
        </p:nvSpPr>
        <p:spPr>
          <a:xfrm>
            <a:off x="585216" y="1399032"/>
            <a:ext cx="1111910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Example from My Life</a:t>
            </a:r>
          </a:p>
          <a:p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Time span: one weekly programming assignment</a:t>
            </a:r>
          </a:p>
          <a:p>
            <a:endParaRPr lang="en-US" dirty="0"/>
          </a:p>
          <a:p>
            <a:r>
              <a:rPr lang="en-US" dirty="0"/>
              <a:t>•I selected the process of completing and submitting one of my weekly programming assignments.</a:t>
            </a:r>
          </a:p>
          <a:p>
            <a:endParaRPr lang="en-US" dirty="0"/>
          </a:p>
          <a:p>
            <a:r>
              <a:rPr lang="en-US" dirty="0"/>
              <a:t>• The process begins when I read the assignment requirements and ends when I submit the completed work.</a:t>
            </a:r>
          </a:p>
          <a:p>
            <a:endParaRPr lang="en-US" dirty="0"/>
          </a:p>
          <a:p>
            <a:r>
              <a:rPr lang="en-US" dirty="0"/>
              <a:t>• This process is useful for value stream mapping because it includes planning, coding, testing, debugging, documentation, GitHub, and submission.</a:t>
            </a:r>
          </a:p>
          <a:p>
            <a:endParaRPr lang="en-US" dirty="0"/>
          </a:p>
          <a:p>
            <a:r>
              <a:rPr lang="en-US" dirty="0"/>
              <a:t>• My goal is to identify which steps add value, where I lose time, and how I can make the process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288014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51D809-BEA1-0D69-544C-82B88623E07D}"/>
              </a:ext>
            </a:extLst>
          </p:cNvPr>
          <p:cNvSpPr/>
          <p:nvPr/>
        </p:nvSpPr>
        <p:spPr>
          <a:xfrm>
            <a:off x="1339598" y="2784348"/>
            <a:ext cx="859535" cy="12893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Research/ learn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60 min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2E1E0-1E70-AE1B-22C5-1C353D6A3C2B}"/>
              </a:ext>
            </a:extLst>
          </p:cNvPr>
          <p:cNvSpPr/>
          <p:nvPr/>
        </p:nvSpPr>
        <p:spPr>
          <a:xfrm>
            <a:off x="2331720" y="2784348"/>
            <a:ext cx="859536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Plan Program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20 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E3E696-2611-F1A8-65FB-385730E1C032}"/>
              </a:ext>
            </a:extLst>
          </p:cNvPr>
          <p:cNvSpPr/>
          <p:nvPr/>
        </p:nvSpPr>
        <p:spPr>
          <a:xfrm>
            <a:off x="3337560" y="2784348"/>
            <a:ext cx="969264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Write Code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90 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71EFC-9694-C6EF-F3FE-BD10ED0F55C4}"/>
              </a:ext>
            </a:extLst>
          </p:cNvPr>
          <p:cNvSpPr/>
          <p:nvPr/>
        </p:nvSpPr>
        <p:spPr>
          <a:xfrm>
            <a:off x="4453128" y="2784348"/>
            <a:ext cx="996696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Run &amp; Test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30 min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0EF12-BB49-2359-8491-9A76A093CB99}"/>
              </a:ext>
            </a:extLst>
          </p:cNvPr>
          <p:cNvSpPr/>
          <p:nvPr/>
        </p:nvSpPr>
        <p:spPr>
          <a:xfrm>
            <a:off x="5618988" y="2784348"/>
            <a:ext cx="954024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Debug Problems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60 min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C9BE5-5871-B586-AA23-9ED045FC1224}"/>
              </a:ext>
            </a:extLst>
          </p:cNvPr>
          <p:cNvSpPr/>
          <p:nvPr/>
        </p:nvSpPr>
        <p:spPr>
          <a:xfrm>
            <a:off x="6742176" y="2784348"/>
            <a:ext cx="1024130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Screenshots/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Docs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40 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4E3413-2243-BF8E-EACA-6350097A8DB0}"/>
              </a:ext>
            </a:extLst>
          </p:cNvPr>
          <p:cNvSpPr/>
          <p:nvPr/>
        </p:nvSpPr>
        <p:spPr>
          <a:xfrm>
            <a:off x="7935470" y="2784348"/>
            <a:ext cx="1024130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Review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Rubric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20 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0291ED-7570-811E-5903-BB6D0ECF33DF}"/>
              </a:ext>
            </a:extLst>
          </p:cNvPr>
          <p:cNvSpPr/>
          <p:nvPr/>
        </p:nvSpPr>
        <p:spPr>
          <a:xfrm>
            <a:off x="9128764" y="2784348"/>
            <a:ext cx="1024130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GitHub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Push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15 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2BE51B-EDEC-5FC0-34A9-3A9F3DB423EB}"/>
              </a:ext>
            </a:extLst>
          </p:cNvPr>
          <p:cNvSpPr/>
          <p:nvPr/>
        </p:nvSpPr>
        <p:spPr>
          <a:xfrm>
            <a:off x="246887" y="2784348"/>
            <a:ext cx="932695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Read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Assignment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20 min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45A60B-532C-3EE0-5CF3-C8C2CC2E354A}"/>
              </a:ext>
            </a:extLst>
          </p:cNvPr>
          <p:cNvSpPr/>
          <p:nvPr/>
        </p:nvSpPr>
        <p:spPr>
          <a:xfrm>
            <a:off x="10326623" y="2784348"/>
            <a:ext cx="1024130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Submit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10 min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290365-4AF7-524B-1983-A519291D13BF}"/>
              </a:ext>
            </a:extLst>
          </p:cNvPr>
          <p:cNvSpPr txBox="1"/>
          <p:nvPr/>
        </p:nvSpPr>
        <p:spPr>
          <a:xfrm>
            <a:off x="1143000" y="585216"/>
            <a:ext cx="62179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Current–State Value Stream Map</a:t>
            </a:r>
          </a:p>
          <a:p>
            <a:endParaRPr lang="en-US" sz="2800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Approximate active time before process improvements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509793-6486-C6EE-BA8F-D21D3FA9EF50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>
            <a:off x="1179582" y="3429000"/>
            <a:ext cx="1600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BEB56A-1DB4-6BD4-A28E-1631EB793CC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199133" y="3429000"/>
            <a:ext cx="132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D892B8-B7AE-F5FF-FB1B-F3721F1C5F4A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191256" y="3429000"/>
            <a:ext cx="1463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DBCEC-805C-E915-4B5E-D510A9AE2FC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306824" y="3429000"/>
            <a:ext cx="1463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CC460C-E168-93F8-B994-A34B2B03111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449824" y="3429000"/>
            <a:ext cx="169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903F7C-3220-0F47-B2AD-4747A44B275C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573012" y="3429000"/>
            <a:ext cx="169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3ED98C-BC94-85EC-462C-4715200AB51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766306" y="3429000"/>
            <a:ext cx="169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F7A609-5F8D-6929-B0D5-09788ED3561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8959600" y="3429000"/>
            <a:ext cx="169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4F64256-AED1-F034-40F1-7634B9901AED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0152894" y="3429000"/>
            <a:ext cx="1737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DBD7ED1-4B89-AAD1-DDDA-30E740AE3CED}"/>
              </a:ext>
            </a:extLst>
          </p:cNvPr>
          <p:cNvSpPr txBox="1"/>
          <p:nvPr/>
        </p:nvSpPr>
        <p:spPr>
          <a:xfrm>
            <a:off x="2962656" y="5010912"/>
            <a:ext cx="4972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Total active process time: 365 minutes</a:t>
            </a:r>
          </a:p>
        </p:txBody>
      </p:sp>
    </p:spTree>
    <p:extLst>
      <p:ext uri="{BB962C8B-B14F-4D97-AF65-F5344CB8AC3E}">
        <p14:creationId xmlns:p14="http://schemas.microsoft.com/office/powerpoint/2010/main" val="116184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C4857B-9177-92F3-EFF3-0AAB4A68DAB4}"/>
              </a:ext>
            </a:extLst>
          </p:cNvPr>
          <p:cNvSpPr/>
          <p:nvPr/>
        </p:nvSpPr>
        <p:spPr>
          <a:xfrm>
            <a:off x="1078992" y="2258568"/>
            <a:ext cx="2276856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 active time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365 min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883D1-82DE-A087-E8EA-A63944684713}"/>
              </a:ext>
            </a:extLst>
          </p:cNvPr>
          <p:cNvSpPr/>
          <p:nvPr/>
        </p:nvSpPr>
        <p:spPr>
          <a:xfrm>
            <a:off x="3508248" y="2258568"/>
            <a:ext cx="2276856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Direct creation/testing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140 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86320-1830-AFEE-3116-2298D939AFEC}"/>
              </a:ext>
            </a:extLst>
          </p:cNvPr>
          <p:cNvSpPr/>
          <p:nvPr/>
        </p:nvSpPr>
        <p:spPr>
          <a:xfrm>
            <a:off x="6818376" y="2258568"/>
            <a:ext cx="2276856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Research + planning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80 min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33C06-73AD-FD11-F6EB-8A896C0F736A}"/>
              </a:ext>
            </a:extLst>
          </p:cNvPr>
          <p:cNvSpPr/>
          <p:nvPr/>
        </p:nvSpPr>
        <p:spPr>
          <a:xfrm>
            <a:off x="966216" y="3745992"/>
            <a:ext cx="2276856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Debugging/rework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60 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F7BEC-85EB-D875-1334-C02EF7C38566}"/>
              </a:ext>
            </a:extLst>
          </p:cNvPr>
          <p:cNvSpPr/>
          <p:nvPr/>
        </p:nvSpPr>
        <p:spPr>
          <a:xfrm>
            <a:off x="4093464" y="3611881"/>
            <a:ext cx="2276856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Documentation/review/admin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85 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A4215-9F15-A29D-CE81-B00298D93935}"/>
              </a:ext>
            </a:extLst>
          </p:cNvPr>
          <p:cNvSpPr txBox="1"/>
          <p:nvPr/>
        </p:nvSpPr>
        <p:spPr>
          <a:xfrm>
            <a:off x="1670304" y="1097280"/>
            <a:ext cx="4425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Lean Metrics and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E81E13-B43A-4258-D67B-C06D53F640E3}"/>
              </a:ext>
            </a:extLst>
          </p:cNvPr>
          <p:cNvSpPr txBox="1"/>
          <p:nvPr/>
        </p:nvSpPr>
        <p:spPr>
          <a:xfrm>
            <a:off x="786384" y="5312664"/>
            <a:ext cx="10597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waste I noticed is rework: debugging late, rereading requirements, and recreating screenshots.</a:t>
            </a:r>
          </a:p>
          <a:p>
            <a:r>
              <a:rPr lang="en-US" dirty="0"/>
              <a:t>Context switching between the IDE, browser, Word, GitHub, and the assignment page also adds time.</a:t>
            </a:r>
          </a:p>
          <a:p>
            <a:r>
              <a:rPr lang="en-US" dirty="0"/>
              <a:t>Some debugging is necessary, but earlier testing can reduce large problems near the end.</a:t>
            </a:r>
          </a:p>
        </p:txBody>
      </p:sp>
    </p:spTree>
    <p:extLst>
      <p:ext uri="{BB962C8B-B14F-4D97-AF65-F5344CB8AC3E}">
        <p14:creationId xmlns:p14="http://schemas.microsoft.com/office/powerpoint/2010/main" val="145208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8079A-A48B-C89B-1F38-55C496E97E01}"/>
              </a:ext>
            </a:extLst>
          </p:cNvPr>
          <p:cNvSpPr txBox="1"/>
          <p:nvPr/>
        </p:nvSpPr>
        <p:spPr>
          <a:xfrm>
            <a:off x="1261872" y="749808"/>
            <a:ext cx="57790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Process Optimization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Changes I can make before and during the assignment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DEFFAA-EAA5-32E7-1A90-3869D727FFFF}"/>
              </a:ext>
            </a:extLst>
          </p:cNvPr>
          <p:cNvSpPr/>
          <p:nvPr/>
        </p:nvSpPr>
        <p:spPr>
          <a:xfrm>
            <a:off x="393192" y="2240280"/>
            <a:ext cx="4919472" cy="35753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</a:t>
            </a:r>
            <a:r>
              <a:rPr lang="en-US" dirty="0">
                <a:solidFill>
                  <a:schemeClr val="accent2"/>
                </a:solidFill>
              </a:rPr>
              <a:t>Current Problems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Start coding before making a checklist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Find several errors near the end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Take screenshots after everything is finished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Recheck requirements multiple times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Switch between tools more than necessary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AD3120-C40F-4290-ABE8-FE3C5E0CC73C}"/>
              </a:ext>
            </a:extLst>
          </p:cNvPr>
          <p:cNvSpPr/>
          <p:nvPr/>
        </p:nvSpPr>
        <p:spPr>
          <a:xfrm>
            <a:off x="6516624" y="2240280"/>
            <a:ext cx="4919472" cy="35753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             </a:t>
            </a:r>
            <a:r>
              <a:rPr lang="en-US" sz="2000" dirty="0">
                <a:solidFill>
                  <a:schemeClr val="accent3"/>
                </a:solidFill>
              </a:rPr>
              <a:t>Improvements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•Turn the rubric into a checklist first</a:t>
            </a:r>
          </a:p>
          <a:p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• Create folders/files before coding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• Build and test one small section at a time</a:t>
            </a:r>
          </a:p>
          <a:p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• Capture screenshots when each requirement works</a:t>
            </a:r>
          </a:p>
          <a:p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• Do one final checklist review before        GitHub/submission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0851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17DF11-4726-0E78-D017-C305F4C58176}"/>
              </a:ext>
            </a:extLst>
          </p:cNvPr>
          <p:cNvSpPr/>
          <p:nvPr/>
        </p:nvSpPr>
        <p:spPr>
          <a:xfrm>
            <a:off x="246887" y="2784348"/>
            <a:ext cx="1036309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Read +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Checklist</a:t>
            </a:r>
          </a:p>
          <a:p>
            <a:pPr algn="ctr"/>
            <a:endParaRPr lang="en-US" sz="1000" b="1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20 min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283E2-DE8B-81EA-82C1-C5D2F6A49655}"/>
              </a:ext>
            </a:extLst>
          </p:cNvPr>
          <p:cNvSpPr/>
          <p:nvPr/>
        </p:nvSpPr>
        <p:spPr>
          <a:xfrm>
            <a:off x="10503433" y="2784348"/>
            <a:ext cx="1097261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GitHub + Submit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15 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39AA46-8F1E-B4E7-50F0-89D5568B1802}"/>
              </a:ext>
            </a:extLst>
          </p:cNvPr>
          <p:cNvSpPr/>
          <p:nvPr/>
        </p:nvSpPr>
        <p:spPr>
          <a:xfrm>
            <a:off x="1688567" y="2784348"/>
            <a:ext cx="1057665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Focused research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45 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1A837-200E-87C5-571E-08CB1A3CED75}"/>
              </a:ext>
            </a:extLst>
          </p:cNvPr>
          <p:cNvSpPr/>
          <p:nvPr/>
        </p:nvSpPr>
        <p:spPr>
          <a:xfrm>
            <a:off x="3020559" y="2784348"/>
            <a:ext cx="1057665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Plan/Setup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20 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F0152-E867-0AC0-8F8E-E4C2BE79DB70}"/>
              </a:ext>
            </a:extLst>
          </p:cNvPr>
          <p:cNvSpPr/>
          <p:nvPr/>
        </p:nvSpPr>
        <p:spPr>
          <a:xfrm>
            <a:off x="4352551" y="2784348"/>
            <a:ext cx="1225287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Write + Test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105 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3E757B-1358-93C4-942B-F19EA7FC7969}"/>
              </a:ext>
            </a:extLst>
          </p:cNvPr>
          <p:cNvSpPr/>
          <p:nvPr/>
        </p:nvSpPr>
        <p:spPr>
          <a:xfrm>
            <a:off x="5852165" y="2784348"/>
            <a:ext cx="1197857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Debug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35 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B1B67-F070-FB02-377F-C10245F24917}"/>
              </a:ext>
            </a:extLst>
          </p:cNvPr>
          <p:cNvSpPr/>
          <p:nvPr/>
        </p:nvSpPr>
        <p:spPr>
          <a:xfrm>
            <a:off x="7394461" y="2784348"/>
            <a:ext cx="1197857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Screenshots/Docs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30 min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A67D8C-021B-6F37-9265-CE64D56C4D7C}"/>
              </a:ext>
            </a:extLst>
          </p:cNvPr>
          <p:cNvSpPr/>
          <p:nvPr/>
        </p:nvSpPr>
        <p:spPr>
          <a:xfrm>
            <a:off x="8930653" y="2784348"/>
            <a:ext cx="1197857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Final Review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15 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DF4BB-6A0C-CB10-7AFA-075D3DD4614C}"/>
              </a:ext>
            </a:extLst>
          </p:cNvPr>
          <p:cNvSpPr txBox="1"/>
          <p:nvPr/>
        </p:nvSpPr>
        <p:spPr>
          <a:xfrm>
            <a:off x="475488" y="877824"/>
            <a:ext cx="7415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Future-State Value Stream Map</a:t>
            </a:r>
          </a:p>
          <a:p>
            <a:endParaRPr lang="en-US" dirty="0"/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Estimated active time after applying the improvements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3428C-BC4F-9778-5510-CEF6045BD9EB}"/>
              </a:ext>
            </a:extLst>
          </p:cNvPr>
          <p:cNvSpPr txBox="1"/>
          <p:nvPr/>
        </p:nvSpPr>
        <p:spPr>
          <a:xfrm>
            <a:off x="3552435" y="5285232"/>
            <a:ext cx="512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Estimated future time: 285 minutes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25F844-0247-420D-8E2C-E03D24636F93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283196" y="3429000"/>
            <a:ext cx="405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41ED0B-5411-18A5-4979-48B1B8C7633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6232" y="3429000"/>
            <a:ext cx="274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81688F-C9A3-610C-91CE-FCB476D14B4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078224" y="3429000"/>
            <a:ext cx="274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700962-991C-856A-7083-15F028B9A59F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5577838" y="3429000"/>
            <a:ext cx="274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85BC28-ACDC-365C-C383-704181C68A0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050022" y="3429000"/>
            <a:ext cx="3444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115F38D-E19F-DBC3-082C-4C7479E26BF6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8592318" y="3429000"/>
            <a:ext cx="3383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729DE7-15EB-7B21-61BE-B4E50B486994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>
            <a:off x="10128510" y="3429000"/>
            <a:ext cx="3749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62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EB7DC-A52B-BB97-3F79-613898DC125D}"/>
              </a:ext>
            </a:extLst>
          </p:cNvPr>
          <p:cNvSpPr txBox="1"/>
          <p:nvPr/>
        </p:nvSpPr>
        <p:spPr>
          <a:xfrm>
            <a:off x="1792224" y="1051560"/>
            <a:ext cx="82478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What I Learned</a:t>
            </a:r>
          </a:p>
          <a:p>
            <a:endParaRPr lang="en-US" dirty="0"/>
          </a:p>
          <a:p>
            <a:r>
              <a:rPr lang="en-US" sz="1600" dirty="0"/>
              <a:t>• After creating the value stream map, I noticed that debugging and rechecking requirements were taking a large amount of my total time.</a:t>
            </a:r>
          </a:p>
          <a:p>
            <a:endParaRPr lang="en-US" sz="1600" dirty="0"/>
          </a:p>
          <a:p>
            <a:r>
              <a:rPr lang="en-US" sz="1600" dirty="0"/>
              <a:t>• I learned that not every step can be removed, but several steps can be organized better.</a:t>
            </a:r>
          </a:p>
          <a:p>
            <a:endParaRPr lang="en-US" sz="1600" dirty="0"/>
          </a:p>
          <a:p>
            <a:r>
              <a:rPr lang="en-US" sz="1600" dirty="0"/>
              <a:t>• Testing smaller parts while I code should reduce rework at the end of the assignment.</a:t>
            </a:r>
          </a:p>
          <a:p>
            <a:endParaRPr lang="en-US" sz="1600" dirty="0"/>
          </a:p>
          <a:p>
            <a:r>
              <a:rPr lang="en-US" sz="1600" dirty="0"/>
              <a:t>• Using a checklist and collecting screenshots as I work should make the final submission process faster.</a:t>
            </a:r>
          </a:p>
          <a:p>
            <a:endParaRPr lang="en-US" sz="1600" dirty="0"/>
          </a:p>
          <a:p>
            <a:r>
              <a:rPr lang="en-US" sz="1600" dirty="0"/>
              <a:t>• The future-state map gives me a practical process I can use for upcoming programming assignments.</a:t>
            </a:r>
          </a:p>
        </p:txBody>
      </p:sp>
    </p:spTree>
    <p:extLst>
      <p:ext uri="{BB962C8B-B14F-4D97-AF65-F5344CB8AC3E}">
        <p14:creationId xmlns:p14="http://schemas.microsoft.com/office/powerpoint/2010/main" val="24643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524</Words>
  <Application>Microsoft Office PowerPoint</Application>
  <PresentationFormat>Widescreen</PresentationFormat>
  <Paragraphs>156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Value Stream Map(VSM)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shrestha</dc:creator>
  <cp:lastModifiedBy>Suresh shrestha</cp:lastModifiedBy>
  <cp:revision>3</cp:revision>
  <dcterms:created xsi:type="dcterms:W3CDTF">2026-09-11T01:28:29Z</dcterms:created>
  <dcterms:modified xsi:type="dcterms:W3CDTF">2026-09-11T17:23:33Z</dcterms:modified>
</cp:coreProperties>
</file>